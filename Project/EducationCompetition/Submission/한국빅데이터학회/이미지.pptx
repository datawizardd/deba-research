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849" r:id="rId2"/>
  </p:sldIdLst>
  <p:sldSz cx="9144000" cy="6858000" type="screen4x3"/>
  <p:notesSz cx="6799263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1" userDrawn="1">
          <p15:clr>
            <a:srgbClr val="A4A3A4"/>
          </p15:clr>
        </p15:guide>
        <p15:guide id="2" pos="2161" userDrawn="1">
          <p15:clr>
            <a:srgbClr val="A4A3A4"/>
          </p15:clr>
        </p15:guide>
        <p15:guide id="3" orient="horz" pos="3128" userDrawn="1">
          <p15:clr>
            <a:srgbClr val="A4A3A4"/>
          </p15:clr>
        </p15:guide>
        <p15:guide id="4" pos="2142" userDrawn="1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203" roundtripDataSignature="AMtx7miUWwlRzSp7FmXEzuK0I58SVnBq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70B14"/>
    <a:srgbClr val="044EA2"/>
    <a:srgbClr val="DE7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742053-E664-4C57-AEBF-A2CFF378C27F}">
  <a:tblStyle styleId="{0F742053-E664-4C57-AEBF-A2CFF378C27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9F0A71B-DF51-430A-86BD-894545E53AB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8F0"/>
          </a:solidFill>
        </a:fill>
      </a:tcStyle>
    </a:wholeTbl>
    <a:band1H>
      <a:tcTxStyle/>
      <a:tcStyle>
        <a:tcBdr/>
        <a:fill>
          <a:solidFill>
            <a:srgbClr val="CACFD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FD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32" autoAdjust="0"/>
    <p:restoredTop sz="73701" autoAdjust="0"/>
  </p:normalViewPr>
  <p:slideViewPr>
    <p:cSldViewPr snapToGrid="0">
      <p:cViewPr varScale="1">
        <p:scale>
          <a:sx n="100" d="100"/>
          <a:sy n="100" d="100"/>
        </p:scale>
        <p:origin x="56" y="4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5" d="100"/>
          <a:sy n="115" d="100"/>
        </p:scale>
        <p:origin x="1332" y="126"/>
      </p:cViewPr>
      <p:guideLst>
        <p:guide orient="horz" pos="2881"/>
        <p:guide pos="2161"/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06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205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204" Type="http://schemas.openxmlformats.org/officeDocument/2006/relationships/presProps" Target="presProps.xml"/><Relationship Id="rId203" Type="http://customschemas.google.com/relationships/presentationmetadata" Target="metadata"/><Relationship Id="rId4" Type="http://schemas.openxmlformats.org/officeDocument/2006/relationships/handoutMaster" Target="handoutMasters/handoutMaster1.xml"/><Relationship Id="rId20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65469B5-8E34-4E50-B740-37EF9223D2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88" cy="49704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712574-5E75-4261-B839-82DEFF414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587" y="0"/>
            <a:ext cx="2947088" cy="49704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758C4-0839-4DFD-B23C-C4B0E1666FA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AA01415-B482-4F4D-9407-5E5120E718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2767"/>
            <a:ext cx="2947088" cy="4970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E47CE7-3EA3-4C86-B438-5849285101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587" y="9432767"/>
            <a:ext cx="2947088" cy="4970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A0B07-F7AB-4333-9DE8-902ADF793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38373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" y="1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1345" y="1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5988" y="744538"/>
            <a:ext cx="4967287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927" y="4716663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" y="9431600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1345" y="9431600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B8929-145E-386A-E679-9A21D92C2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B2FB7C-ACD0-44F4-DBF8-8ACBFD009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AB37D7-9E77-08D8-2E55-EBD3A5689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63542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 preserve="1">
  <p:cSld name="제목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May be an image of text that says &quot;NATIONAL N INCHEO CHEON CHE Î— VERI IN TAS TAS LIBER AIS ALISHA 인 교 대&quot;">
            <a:extLst>
              <a:ext uri="{FF2B5EF4-FFF2-40B4-BE49-F238E27FC236}">
                <a16:creationId xmlns:a16="http://schemas.microsoft.com/office/drawing/2014/main" id="{0621FC49-AD85-4EAF-9A21-6F8CC4FC00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06" y="5323562"/>
            <a:ext cx="1205245" cy="120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oogle Shape;11;p11">
            <a:extLst>
              <a:ext uri="{FF2B5EF4-FFF2-40B4-BE49-F238E27FC236}">
                <a16:creationId xmlns:a16="http://schemas.microsoft.com/office/drawing/2014/main" id="{51232039-1D42-424B-BCD5-17B75DB3DC0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461348" y="3695814"/>
            <a:ext cx="3682651" cy="95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665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 preserve="1">
  <p:cSld name="제목2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61348" y="3695814"/>
            <a:ext cx="3682651" cy="95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Picture 8" descr="May be an image of text that says &quot;NATIONAL N INCHEO CHEON CHE Î— VERI IN TAS TAS LIBER AIS ALISHA 인 교 대&quot;">
            <a:extLst>
              <a:ext uri="{FF2B5EF4-FFF2-40B4-BE49-F238E27FC236}">
                <a16:creationId xmlns:a16="http://schemas.microsoft.com/office/drawing/2014/main" id="{0621FC49-AD85-4EAF-9A21-6F8CC4FC00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257" y="237995"/>
            <a:ext cx="767089" cy="767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121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 preserve="1">
  <p:cSld name="1_사용자 지정 레이아웃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61348" y="3695814"/>
            <a:ext cx="3682651" cy="95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6637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사용자 지정 레이아웃">
  <p:cSld name="본문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2" descr="I:\YISSUE\삼성\그래픽 모티브\아이콘\브랜딩4-1(아이콘)-15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2752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2"/>
          <p:cNvSpPr/>
          <p:nvPr/>
        </p:nvSpPr>
        <p:spPr>
          <a:xfrm>
            <a:off x="0" y="6366008"/>
            <a:ext cx="8486775" cy="45719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2"/>
          <p:cNvSpPr/>
          <p:nvPr/>
        </p:nvSpPr>
        <p:spPr>
          <a:xfrm>
            <a:off x="8562976" y="6366007"/>
            <a:ext cx="175418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8808243" y="6366007"/>
            <a:ext cx="8770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2"/>
          <p:cNvSpPr/>
          <p:nvPr/>
        </p:nvSpPr>
        <p:spPr>
          <a:xfrm>
            <a:off x="8957666" y="6366007"/>
            <a:ext cx="4571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슬라이드 번호 개체 틀 5">
            <a:extLst>
              <a:ext uri="{FF2B5EF4-FFF2-40B4-BE49-F238E27FC236}">
                <a16:creationId xmlns:a16="http://schemas.microsoft.com/office/drawing/2014/main" id="{4B3271A3-57E1-4EBB-8B03-60F822F6C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48650" y="6447522"/>
            <a:ext cx="832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F5A3-DAD3-49E7-B926-6F61E4EB127E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55</a:t>
            </a:r>
            <a:endParaRPr lang="ko-KR" altLang="en-US" dirty="0"/>
          </a:p>
        </p:txBody>
      </p:sp>
      <p:pic>
        <p:nvPicPr>
          <p:cNvPr id="1026" name="Picture 2" descr="Incheon National University">
            <a:extLst>
              <a:ext uri="{FF2B5EF4-FFF2-40B4-BE49-F238E27FC236}">
                <a16:creationId xmlns:a16="http://schemas.microsoft.com/office/drawing/2014/main" id="{67AC1A50-49EF-4B80-B4BC-4DE794D69D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8064" y="6593601"/>
            <a:ext cx="2227872" cy="9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4E48C931-5A5E-4520-87FC-715A28FEF557}"/>
              </a:ext>
            </a:extLst>
          </p:cNvPr>
          <p:cNvSpPr txBox="1">
            <a:spLocks/>
          </p:cNvSpPr>
          <p:nvPr userDrawn="1"/>
        </p:nvSpPr>
        <p:spPr>
          <a:xfrm>
            <a:off x="44671" y="6446170"/>
            <a:ext cx="1301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ko-KR" b="1" dirty="0"/>
              <a:t>Kyungwon</a:t>
            </a:r>
            <a:r>
              <a:rPr lang="ko-KR" altLang="en-US" b="1" dirty="0"/>
              <a:t> </a:t>
            </a:r>
            <a:r>
              <a:rPr lang="en-US" altLang="ko-KR" b="1" dirty="0"/>
              <a:t>Kim</a:t>
            </a:r>
            <a:endParaRPr lang="ko-KR" altLang="en-US" b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사용자 지정 레이아웃" preserve="1">
  <p:cSld name="6_사용자 지정 레이아웃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2" descr="I:\YISSUE\삼성\그래픽 모티브\아이콘\브랜딩4-1(아이콘)-15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2752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9C93704D-50AC-A6D5-DECE-7D9C828972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48650" y="6447522"/>
            <a:ext cx="832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F5A3-DAD3-49E7-B926-6F61E4EB127E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55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0631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사용자 지정 레이아웃" preserve="1">
  <p:cSld name="6_사용자 지정 레이아웃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2" descr="I:\YISSUE\삼성\그래픽 모티브\아이콘\브랜딩4-1(아이콘)-15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2752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2"/>
          <p:cNvSpPr/>
          <p:nvPr/>
        </p:nvSpPr>
        <p:spPr>
          <a:xfrm>
            <a:off x="0" y="6366008"/>
            <a:ext cx="8486775" cy="45719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2"/>
          <p:cNvSpPr/>
          <p:nvPr/>
        </p:nvSpPr>
        <p:spPr>
          <a:xfrm>
            <a:off x="8562976" y="6366007"/>
            <a:ext cx="175418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8808243" y="6366007"/>
            <a:ext cx="8770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2"/>
          <p:cNvSpPr/>
          <p:nvPr/>
        </p:nvSpPr>
        <p:spPr>
          <a:xfrm>
            <a:off x="8957666" y="6366007"/>
            <a:ext cx="4571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슬라이드 번호 개체 틀 5">
            <a:extLst>
              <a:ext uri="{FF2B5EF4-FFF2-40B4-BE49-F238E27FC236}">
                <a16:creationId xmlns:a16="http://schemas.microsoft.com/office/drawing/2014/main" id="{4B3271A3-57E1-4EBB-8B03-60F822F6C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63001" y="6447522"/>
            <a:ext cx="718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F5A3-DAD3-49E7-B926-6F61E4EB127E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55</a:t>
            </a:r>
            <a:endParaRPr lang="ko-KR" altLang="en-US" dirty="0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4E48C931-5A5E-4520-87FC-715A28FEF557}"/>
              </a:ext>
            </a:extLst>
          </p:cNvPr>
          <p:cNvSpPr txBox="1">
            <a:spLocks/>
          </p:cNvSpPr>
          <p:nvPr userDrawn="1"/>
        </p:nvSpPr>
        <p:spPr>
          <a:xfrm>
            <a:off x="44671" y="6446170"/>
            <a:ext cx="1301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ko-KR" b="1" dirty="0"/>
              <a:t>Kyungwon</a:t>
            </a:r>
            <a:r>
              <a:rPr lang="ko-KR" altLang="en-US" b="1" dirty="0"/>
              <a:t> </a:t>
            </a:r>
            <a:r>
              <a:rPr lang="en-US" altLang="ko-KR" b="1" dirty="0"/>
              <a:t>Kim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273623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사용자 지정 레이아웃" preserve="1">
  <p:cSld name="6_사용자 지정 레이아웃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2" descr="I:\YISSUE\삼성\그래픽 모티브\아이콘\브랜딩4-1(아이콘)-15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2752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2"/>
          <p:cNvSpPr/>
          <p:nvPr/>
        </p:nvSpPr>
        <p:spPr>
          <a:xfrm>
            <a:off x="0" y="6366008"/>
            <a:ext cx="8486775" cy="45719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2"/>
          <p:cNvSpPr/>
          <p:nvPr/>
        </p:nvSpPr>
        <p:spPr>
          <a:xfrm>
            <a:off x="8562976" y="6366007"/>
            <a:ext cx="175418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8808243" y="6366007"/>
            <a:ext cx="8770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2"/>
          <p:cNvSpPr/>
          <p:nvPr/>
        </p:nvSpPr>
        <p:spPr>
          <a:xfrm>
            <a:off x="8957666" y="6366007"/>
            <a:ext cx="4571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2"/>
          <p:cNvSpPr txBox="1"/>
          <p:nvPr/>
        </p:nvSpPr>
        <p:spPr>
          <a:xfrm>
            <a:off x="4256048" y="6498147"/>
            <a:ext cx="660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r>
              <a:rPr lang="en-US" sz="1200" b="0" i="0" u="none" strike="noStrike" cap="none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/ 55</a:t>
            </a:r>
            <a:endParaRPr sz="2400" b="0" i="0" u="none" strike="noStrike" cap="none" dirty="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CA4293-BEFB-4D6F-8696-D4A57B20003E}"/>
              </a:ext>
            </a:extLst>
          </p:cNvPr>
          <p:cNvSpPr txBox="1"/>
          <p:nvPr userDrawn="1"/>
        </p:nvSpPr>
        <p:spPr>
          <a:xfrm>
            <a:off x="6263" y="6504485"/>
            <a:ext cx="1637797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altLang="ko-KR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Kyungwon Kim</a:t>
            </a:r>
            <a:endParaRPr lang="en-US" altLang="ko-KR"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6" descr="No photo description available.">
            <a:extLst>
              <a:ext uri="{FF2B5EF4-FFF2-40B4-BE49-F238E27FC236}">
                <a16:creationId xmlns:a16="http://schemas.microsoft.com/office/drawing/2014/main" id="{50AD2A6C-B0A4-4A54-ACFD-982D2E56D98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31" t="9393" r="20368" b="58337"/>
          <a:stretch/>
        </p:blipFill>
        <p:spPr bwMode="auto">
          <a:xfrm>
            <a:off x="7357734" y="6456807"/>
            <a:ext cx="1611126" cy="335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415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사용자 지정 레이아웃" preserve="1">
  <p:cSld name="끝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2" descr="I:\YISSUE\삼성\그래픽 모티브\아이콘\브랜딩4-1(아이콘)-15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2752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2"/>
          <p:cNvSpPr/>
          <p:nvPr/>
        </p:nvSpPr>
        <p:spPr>
          <a:xfrm>
            <a:off x="0" y="6366008"/>
            <a:ext cx="8486775" cy="45719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2"/>
          <p:cNvSpPr/>
          <p:nvPr/>
        </p:nvSpPr>
        <p:spPr>
          <a:xfrm>
            <a:off x="8562976" y="6366007"/>
            <a:ext cx="175418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8808243" y="6366007"/>
            <a:ext cx="8770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2"/>
          <p:cNvSpPr/>
          <p:nvPr/>
        </p:nvSpPr>
        <p:spPr>
          <a:xfrm>
            <a:off x="8957666" y="6366007"/>
            <a:ext cx="4571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329;p25">
            <a:extLst>
              <a:ext uri="{FF2B5EF4-FFF2-40B4-BE49-F238E27FC236}">
                <a16:creationId xmlns:a16="http://schemas.microsoft.com/office/drawing/2014/main" id="{5AED18BC-03E3-4116-93FD-57168EE9BD3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22273" b="23493"/>
          <a:stretch/>
        </p:blipFill>
        <p:spPr>
          <a:xfrm>
            <a:off x="2412000" y="4885764"/>
            <a:ext cx="4320000" cy="131781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30;p25">
            <a:extLst>
              <a:ext uri="{FF2B5EF4-FFF2-40B4-BE49-F238E27FC236}">
                <a16:creationId xmlns:a16="http://schemas.microsoft.com/office/drawing/2014/main" id="{0FA726C6-126F-45B9-8A60-392294CADA37}"/>
              </a:ext>
            </a:extLst>
          </p:cNvPr>
          <p:cNvSpPr txBox="1"/>
          <p:nvPr userDrawn="1"/>
        </p:nvSpPr>
        <p:spPr>
          <a:xfrm>
            <a:off x="441189" y="2694838"/>
            <a:ext cx="8261622" cy="63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8125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200"/>
              <a:buFont typeface="Calibri"/>
              <a:buNone/>
            </a:pPr>
            <a:r>
              <a:rPr lang="en-US" altLang="ko-KR" sz="32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THANK</a:t>
            </a:r>
            <a:r>
              <a:rPr lang="ko-KR" altLang="en-US" sz="32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32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YOU</a:t>
            </a:r>
            <a:endParaRPr sz="3200" b="1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2" descr="Incheon National University">
            <a:extLst>
              <a:ext uri="{FF2B5EF4-FFF2-40B4-BE49-F238E27FC236}">
                <a16:creationId xmlns:a16="http://schemas.microsoft.com/office/drawing/2014/main" id="{48921185-2237-4DA4-9539-F7ECAC1B1E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8064" y="6593601"/>
            <a:ext cx="2227872" cy="9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655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사용자 지정 레이아웃" preserve="1">
  <p:cSld name="6_사용자 지정 레이아웃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2" descr="I:\YISSUE\삼성\그래픽 모티브\아이콘\브랜딩4-1(아이콘)-15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2752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2"/>
          <p:cNvSpPr/>
          <p:nvPr/>
        </p:nvSpPr>
        <p:spPr>
          <a:xfrm>
            <a:off x="0" y="6366008"/>
            <a:ext cx="8486775" cy="45719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2"/>
          <p:cNvSpPr/>
          <p:nvPr/>
        </p:nvSpPr>
        <p:spPr>
          <a:xfrm>
            <a:off x="8562976" y="6366007"/>
            <a:ext cx="175418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8808243" y="6366007"/>
            <a:ext cx="8770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2"/>
          <p:cNvSpPr/>
          <p:nvPr/>
        </p:nvSpPr>
        <p:spPr>
          <a:xfrm>
            <a:off x="8957666" y="6366007"/>
            <a:ext cx="4571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329;p25">
            <a:extLst>
              <a:ext uri="{FF2B5EF4-FFF2-40B4-BE49-F238E27FC236}">
                <a16:creationId xmlns:a16="http://schemas.microsoft.com/office/drawing/2014/main" id="{5AED18BC-03E3-4116-93FD-57168EE9BD3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22273" b="23493"/>
          <a:stretch/>
        </p:blipFill>
        <p:spPr>
          <a:xfrm>
            <a:off x="2412000" y="4885764"/>
            <a:ext cx="4320000" cy="131781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30;p25">
            <a:extLst>
              <a:ext uri="{FF2B5EF4-FFF2-40B4-BE49-F238E27FC236}">
                <a16:creationId xmlns:a16="http://schemas.microsoft.com/office/drawing/2014/main" id="{0FA726C6-126F-45B9-8A60-392294CADA37}"/>
              </a:ext>
            </a:extLst>
          </p:cNvPr>
          <p:cNvSpPr txBox="1"/>
          <p:nvPr userDrawn="1"/>
        </p:nvSpPr>
        <p:spPr>
          <a:xfrm>
            <a:off x="441189" y="2694838"/>
            <a:ext cx="8261622" cy="63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8125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200"/>
              <a:buFont typeface="Calibri"/>
              <a:buNone/>
            </a:pPr>
            <a:r>
              <a:rPr lang="en-US" altLang="ko-KR" sz="32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THANK</a:t>
            </a:r>
            <a:r>
              <a:rPr lang="ko-KR" altLang="en-US" sz="32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32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YOU</a:t>
            </a:r>
            <a:endParaRPr sz="3200" b="1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5893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 preserve="1">
  <p:cSld name="끝2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4;p13">
            <a:extLst>
              <a:ext uri="{FF2B5EF4-FFF2-40B4-BE49-F238E27FC236}">
                <a16:creationId xmlns:a16="http://schemas.microsoft.com/office/drawing/2014/main" id="{70552551-A7B4-403E-B6E6-6C578B4CB8E7}"/>
              </a:ext>
            </a:extLst>
          </p:cNvPr>
          <p:cNvSpPr/>
          <p:nvPr userDrawn="1"/>
        </p:nvSpPr>
        <p:spPr>
          <a:xfrm>
            <a:off x="3835400" y="0"/>
            <a:ext cx="5308600" cy="6858000"/>
          </a:xfrm>
          <a:prstGeom prst="rect">
            <a:avLst/>
          </a:prstGeom>
          <a:gradFill>
            <a:gsLst>
              <a:gs pos="0">
                <a:srgbClr val="002C63"/>
              </a:gs>
              <a:gs pos="50000">
                <a:srgbClr val="004090"/>
              </a:gs>
              <a:gs pos="100000">
                <a:srgbClr val="004DAD"/>
              </a:gs>
            </a:gsLst>
            <a:lin ang="18900000" scaled="0"/>
          </a:gradFill>
          <a:ln w="12700" cap="flat" cmpd="sng">
            <a:solidFill>
              <a:srgbClr val="02387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6;p13" descr="I:\YISSUE\삼성\그래픽 모티브\아이콘\브랜딩4-1(아이콘)-16.png">
            <a:extLst>
              <a:ext uri="{FF2B5EF4-FFF2-40B4-BE49-F238E27FC236}">
                <a16:creationId xmlns:a16="http://schemas.microsoft.com/office/drawing/2014/main" id="{C7A23493-641B-4659-85D0-B93D41F8497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656"/>
          <a:stretch/>
        </p:blipFill>
        <p:spPr>
          <a:xfrm>
            <a:off x="3835400" y="-2"/>
            <a:ext cx="5308600" cy="6858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Google Shape;27;p13">
            <a:extLst>
              <a:ext uri="{FF2B5EF4-FFF2-40B4-BE49-F238E27FC236}">
                <a16:creationId xmlns:a16="http://schemas.microsoft.com/office/drawing/2014/main" id="{20189312-7A10-49BE-B7ED-FEE9D6740BA6}"/>
              </a:ext>
            </a:extLst>
          </p:cNvPr>
          <p:cNvCxnSpPr/>
          <p:nvPr userDrawn="1"/>
        </p:nvCxnSpPr>
        <p:spPr>
          <a:xfrm>
            <a:off x="0" y="1417973"/>
            <a:ext cx="234315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" name="Google Shape;29;p13">
            <a:extLst>
              <a:ext uri="{FF2B5EF4-FFF2-40B4-BE49-F238E27FC236}">
                <a16:creationId xmlns:a16="http://schemas.microsoft.com/office/drawing/2014/main" id="{81D7D377-02C3-408B-AB85-76B76549493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l="10573" t="22273" r="7872" b="23493"/>
          <a:stretch/>
        </p:blipFill>
        <p:spPr>
          <a:xfrm>
            <a:off x="161365" y="5118847"/>
            <a:ext cx="3523129" cy="131781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0;p13">
            <a:extLst>
              <a:ext uri="{FF2B5EF4-FFF2-40B4-BE49-F238E27FC236}">
                <a16:creationId xmlns:a16="http://schemas.microsoft.com/office/drawing/2014/main" id="{289E2C37-BA8C-40A9-9BB0-E870A95D78BA}"/>
              </a:ext>
            </a:extLst>
          </p:cNvPr>
          <p:cNvSpPr txBox="1"/>
          <p:nvPr userDrawn="1"/>
        </p:nvSpPr>
        <p:spPr>
          <a:xfrm>
            <a:off x="4363454" y="3167390"/>
            <a:ext cx="449981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2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Picture 8" descr="May be an image of text that says &quot;NATIONAL N INCHEO CHEON CHE Î— VERI IN TAS TAS LIBER AIS ALISHA 인 교 대&quot;">
            <a:extLst>
              <a:ext uri="{FF2B5EF4-FFF2-40B4-BE49-F238E27FC236}">
                <a16:creationId xmlns:a16="http://schemas.microsoft.com/office/drawing/2014/main" id="{8C90C9FE-6D18-47E2-BD91-7BD737A7AA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06" y="100220"/>
            <a:ext cx="1205245" cy="120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802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 preserve="1">
  <p:cSld name="3_사용자 지정 레이아웃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4;p13">
            <a:extLst>
              <a:ext uri="{FF2B5EF4-FFF2-40B4-BE49-F238E27FC236}">
                <a16:creationId xmlns:a16="http://schemas.microsoft.com/office/drawing/2014/main" id="{70552551-A7B4-403E-B6E6-6C578B4CB8E7}"/>
              </a:ext>
            </a:extLst>
          </p:cNvPr>
          <p:cNvSpPr/>
          <p:nvPr userDrawn="1"/>
        </p:nvSpPr>
        <p:spPr>
          <a:xfrm>
            <a:off x="3835400" y="0"/>
            <a:ext cx="5308600" cy="6858000"/>
          </a:xfrm>
          <a:prstGeom prst="rect">
            <a:avLst/>
          </a:prstGeom>
          <a:gradFill>
            <a:gsLst>
              <a:gs pos="0">
                <a:srgbClr val="002C63"/>
              </a:gs>
              <a:gs pos="50000">
                <a:srgbClr val="004090"/>
              </a:gs>
              <a:gs pos="100000">
                <a:srgbClr val="004DAD"/>
              </a:gs>
            </a:gsLst>
            <a:lin ang="18900000" scaled="0"/>
          </a:gradFill>
          <a:ln w="12700" cap="flat" cmpd="sng">
            <a:solidFill>
              <a:srgbClr val="02387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6;p13" descr="I:\YISSUE\삼성\그래픽 모티브\아이콘\브랜딩4-1(아이콘)-16.png">
            <a:extLst>
              <a:ext uri="{FF2B5EF4-FFF2-40B4-BE49-F238E27FC236}">
                <a16:creationId xmlns:a16="http://schemas.microsoft.com/office/drawing/2014/main" id="{C7A23493-641B-4659-85D0-B93D41F8497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656"/>
          <a:stretch/>
        </p:blipFill>
        <p:spPr>
          <a:xfrm>
            <a:off x="3835400" y="-2"/>
            <a:ext cx="5308600" cy="6858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Google Shape;27;p13">
            <a:extLst>
              <a:ext uri="{FF2B5EF4-FFF2-40B4-BE49-F238E27FC236}">
                <a16:creationId xmlns:a16="http://schemas.microsoft.com/office/drawing/2014/main" id="{20189312-7A10-49BE-B7ED-FEE9D6740BA6}"/>
              </a:ext>
            </a:extLst>
          </p:cNvPr>
          <p:cNvCxnSpPr/>
          <p:nvPr userDrawn="1"/>
        </p:nvCxnSpPr>
        <p:spPr>
          <a:xfrm>
            <a:off x="0" y="1417973"/>
            <a:ext cx="234315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" name="Google Shape;29;p13">
            <a:extLst>
              <a:ext uri="{FF2B5EF4-FFF2-40B4-BE49-F238E27FC236}">
                <a16:creationId xmlns:a16="http://schemas.microsoft.com/office/drawing/2014/main" id="{81D7D377-02C3-408B-AB85-76B76549493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l="10573" t="22273" r="7872" b="23493"/>
          <a:stretch/>
        </p:blipFill>
        <p:spPr>
          <a:xfrm>
            <a:off x="161365" y="5118847"/>
            <a:ext cx="3523129" cy="131781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0;p13">
            <a:extLst>
              <a:ext uri="{FF2B5EF4-FFF2-40B4-BE49-F238E27FC236}">
                <a16:creationId xmlns:a16="http://schemas.microsoft.com/office/drawing/2014/main" id="{289E2C37-BA8C-40A9-9BB0-E870A95D78BA}"/>
              </a:ext>
            </a:extLst>
          </p:cNvPr>
          <p:cNvSpPr txBox="1"/>
          <p:nvPr userDrawn="1"/>
        </p:nvSpPr>
        <p:spPr>
          <a:xfrm>
            <a:off x="4363454" y="3167390"/>
            <a:ext cx="449981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2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5410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63" r:id="rId3"/>
    <p:sldLayoutId id="2147483650" r:id="rId4"/>
    <p:sldLayoutId id="2147483667" r:id="rId5"/>
    <p:sldLayoutId id="2147483664" r:id="rId6"/>
    <p:sldLayoutId id="2147483662" r:id="rId7"/>
    <p:sldLayoutId id="2147483661" r:id="rId8"/>
    <p:sldLayoutId id="2147483665" r:id="rId9"/>
    <p:sldLayoutId id="2147483660" r:id="rId10"/>
    <p:sldLayoutId id="2147483666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1D7E8-372C-76ED-3950-BFBE6467F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14;p57">
            <a:extLst>
              <a:ext uri="{FF2B5EF4-FFF2-40B4-BE49-F238E27FC236}">
                <a16:creationId xmlns:a16="http://schemas.microsoft.com/office/drawing/2014/main" id="{320662E8-F200-EDA9-3B47-84FE1900CA98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2400"/>
            </a:pPr>
            <a:r>
              <a:rPr lang="en-US" altLang="ko-KR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Decision Science in Social &amp; Economy</a:t>
            </a:r>
            <a:endParaRPr lang="en-US" altLang="ko-KR"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401;p19">
            <a:extLst>
              <a:ext uri="{FF2B5EF4-FFF2-40B4-BE49-F238E27FC236}">
                <a16:creationId xmlns:a16="http://schemas.microsoft.com/office/drawing/2014/main" id="{AD38F2AA-EDED-91BA-FF8F-03041844EA05}"/>
              </a:ext>
            </a:extLst>
          </p:cNvPr>
          <p:cNvSpPr/>
          <p:nvPr/>
        </p:nvSpPr>
        <p:spPr>
          <a:xfrm>
            <a:off x="3386220" y="2229994"/>
            <a:ext cx="2951080" cy="779218"/>
          </a:xfrm>
          <a:prstGeom prst="rect">
            <a:avLst/>
          </a:prstGeom>
          <a:noFill/>
          <a:ln w="19050" cap="flat" cmpd="sng">
            <a:solidFill>
              <a:srgbClr val="0238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altLang="ko-KR" sz="1400" b="1" i="0" u="none" strike="noStrike" cap="none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ko-KR" altLang="en-US" sz="1400" b="1" i="0" u="none" strike="noStrike" cap="none">
                <a:latin typeface="Calibri"/>
                <a:ea typeface="Calibri"/>
                <a:cs typeface="Calibri"/>
                <a:sym typeface="Calibri"/>
              </a:rPr>
              <a:t>고령화 및 디지털 격차 </a:t>
            </a:r>
            <a:endParaRPr lang="en-US" altLang="ko-KR" sz="1400" b="1" i="0" u="none" strike="noStrike" cap="none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altLang="ko-KR" sz="1400" b="1" i="0" u="none" strike="noStrike" cap="none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ko-KR" altLang="en-US" sz="1400" b="1" i="0" u="none" strike="noStrike" cap="none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평생학습 효과성 저하</a:t>
            </a:r>
            <a:endParaRPr sz="1400" b="1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403;p19">
            <a:extLst>
              <a:ext uri="{FF2B5EF4-FFF2-40B4-BE49-F238E27FC236}">
                <a16:creationId xmlns:a16="http://schemas.microsoft.com/office/drawing/2014/main" id="{28D0A0DC-E70F-8C7E-9B73-649F6942A1AA}"/>
              </a:ext>
            </a:extLst>
          </p:cNvPr>
          <p:cNvSpPr txBox="1"/>
          <p:nvPr/>
        </p:nvSpPr>
        <p:spPr>
          <a:xfrm>
            <a:off x="2051050" y="2465735"/>
            <a:ext cx="1184782" cy="30773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alt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문제인식</a:t>
            </a:r>
            <a:endParaRPr lang="en-US" altLang="ko-KR"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2404;p19">
            <a:extLst>
              <a:ext uri="{FF2B5EF4-FFF2-40B4-BE49-F238E27FC236}">
                <a16:creationId xmlns:a16="http://schemas.microsoft.com/office/drawing/2014/main" id="{41D2455A-B0DE-1A16-575B-F09C092866C9}"/>
              </a:ext>
            </a:extLst>
          </p:cNvPr>
          <p:cNvSpPr txBox="1"/>
          <p:nvPr/>
        </p:nvSpPr>
        <p:spPr>
          <a:xfrm>
            <a:off x="2051049" y="3377158"/>
            <a:ext cx="1184782" cy="307777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alt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분석절차</a:t>
            </a:r>
            <a:endParaRPr lang="en-US" altLang="ko-KR"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8C5004-DF7D-C0F1-7E85-0E73C12AC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0</a:t>
            </a:fld>
            <a:r>
              <a:rPr lang="ko-KR" altLang="en-US"/>
              <a:t> </a:t>
            </a:r>
            <a:r>
              <a:rPr lang="en-US" altLang="ko-KR"/>
              <a:t>/ 55</a:t>
            </a:r>
            <a:endParaRPr lang="ko-KR" altLang="en-US" dirty="0"/>
          </a:p>
        </p:txBody>
      </p:sp>
      <p:sp>
        <p:nvSpPr>
          <p:cNvPr id="4" name="Google Shape;2401;p19">
            <a:extLst>
              <a:ext uri="{FF2B5EF4-FFF2-40B4-BE49-F238E27FC236}">
                <a16:creationId xmlns:a16="http://schemas.microsoft.com/office/drawing/2014/main" id="{3F699944-BDBB-3B9D-DDE6-211BC88847B7}"/>
              </a:ext>
            </a:extLst>
          </p:cNvPr>
          <p:cNvSpPr/>
          <p:nvPr/>
        </p:nvSpPr>
        <p:spPr>
          <a:xfrm>
            <a:off x="3386220" y="3141437"/>
            <a:ext cx="2951080" cy="779218"/>
          </a:xfrm>
          <a:prstGeom prst="rect">
            <a:avLst/>
          </a:prstGeom>
          <a:noFill/>
          <a:ln w="19050" cap="flat" cmpd="sng">
            <a:solidFill>
              <a:srgbClr val="0238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altLang="ko-KR" b="1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ko-KR" altLang="en-US" b="1">
                <a:latin typeface="Calibri"/>
                <a:ea typeface="Calibri"/>
                <a:cs typeface="Calibri"/>
                <a:sym typeface="Calibri"/>
              </a:rPr>
              <a:t>데이터 병합</a:t>
            </a:r>
            <a:r>
              <a:rPr lang="en-US" altLang="ko-KR" b="1">
                <a:latin typeface="Calibri"/>
                <a:ea typeface="Calibri"/>
                <a:cs typeface="Calibri"/>
                <a:sym typeface="Calibri"/>
              </a:rPr>
              <a:t>(2018-2022) </a:t>
            </a:r>
          </a:p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n-US" altLang="ko-KR" b="1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ko-KR" altLang="en-US" b="1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머신러닝</a:t>
            </a:r>
            <a:r>
              <a:rPr lang="en-US" altLang="ko-KR" b="1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+</a:t>
            </a:r>
            <a:r>
              <a:rPr lang="ko-KR" altLang="en-US" b="1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딥러닝</a:t>
            </a:r>
            <a:r>
              <a:rPr lang="en-US" altLang="ko-KR" b="1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+XAI </a:t>
            </a:r>
          </a:p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n-US" altLang="ko-KR" b="1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ko-KR" altLang="en-US" b="1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주요</a:t>
            </a:r>
            <a:r>
              <a:rPr lang="en-US" altLang="ko-KR" b="1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 </a:t>
            </a:r>
            <a:r>
              <a:rPr lang="ko-KR" altLang="en-US" b="1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요인 도출</a:t>
            </a:r>
            <a:endParaRPr sz="1400" b="1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404;p19">
            <a:extLst>
              <a:ext uri="{FF2B5EF4-FFF2-40B4-BE49-F238E27FC236}">
                <a16:creationId xmlns:a16="http://schemas.microsoft.com/office/drawing/2014/main" id="{6B1D9864-780D-ACEC-DCD3-9CC04DE61E6E}"/>
              </a:ext>
            </a:extLst>
          </p:cNvPr>
          <p:cNvSpPr txBox="1"/>
          <p:nvPr/>
        </p:nvSpPr>
        <p:spPr>
          <a:xfrm>
            <a:off x="2051049" y="4265428"/>
            <a:ext cx="1184782" cy="307777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alt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기대효과</a:t>
            </a:r>
            <a:endParaRPr lang="en-US" altLang="ko-KR"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401;p19">
            <a:extLst>
              <a:ext uri="{FF2B5EF4-FFF2-40B4-BE49-F238E27FC236}">
                <a16:creationId xmlns:a16="http://schemas.microsoft.com/office/drawing/2014/main" id="{616E5B0B-A201-4F03-30D6-06F752DEB305}"/>
              </a:ext>
            </a:extLst>
          </p:cNvPr>
          <p:cNvSpPr/>
          <p:nvPr/>
        </p:nvSpPr>
        <p:spPr>
          <a:xfrm>
            <a:off x="3386220" y="4029708"/>
            <a:ext cx="2951080" cy="779218"/>
          </a:xfrm>
          <a:prstGeom prst="rect">
            <a:avLst/>
          </a:prstGeom>
          <a:noFill/>
          <a:ln w="19050" cap="flat" cmpd="sng">
            <a:solidFill>
              <a:srgbClr val="0238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altLang="ko-KR" b="1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ko-KR" altLang="en-US" b="1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내적 동기 </a:t>
            </a:r>
            <a:r>
              <a:rPr lang="en-US" altLang="ko-KR" b="1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+ </a:t>
            </a:r>
            <a:r>
              <a:rPr lang="ko-KR" altLang="en-US" b="1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사회적 요인 규명</a:t>
            </a:r>
            <a:r>
              <a:rPr lang="en-US" altLang="ko-KR" b="1"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n-US" altLang="ko-KR" b="1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ko-KR" altLang="en-US" b="1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개인화 추천 및 정책 설계</a:t>
            </a:r>
            <a:endParaRPr sz="1400" b="1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9060951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사용자 지정 11">
      <a:dk1>
        <a:srgbClr val="2C2D2F"/>
      </a:dk1>
      <a:lt1>
        <a:srgbClr val="FFFFFF"/>
      </a:lt1>
      <a:dk2>
        <a:srgbClr val="61626A"/>
      </a:dk2>
      <a:lt2>
        <a:srgbClr val="DEDEDE"/>
      </a:lt2>
      <a:accent1>
        <a:srgbClr val="044EA2"/>
      </a:accent1>
      <a:accent2>
        <a:srgbClr val="95BFED"/>
      </a:accent2>
      <a:accent3>
        <a:srgbClr val="424243"/>
      </a:accent3>
      <a:accent4>
        <a:srgbClr val="E1EDEE"/>
      </a:accent4>
      <a:accent5>
        <a:srgbClr val="044EA2"/>
      </a:accent5>
      <a:accent6>
        <a:srgbClr val="B3CEDD"/>
      </a:accent6>
      <a:hlink>
        <a:srgbClr val="044EA2"/>
      </a:hlink>
      <a:folHlink>
        <a:srgbClr val="0D2ECA"/>
      </a:folHlink>
    </a:clrScheme>
    <a:fontScheme name="사용자 지정 1">
      <a:majorFont>
        <a:latin typeface="Calibri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22417</TotalTime>
  <Words>51</Words>
  <Application>Microsoft Office PowerPoint</Application>
  <PresentationFormat>화면 슬라이드 쇼(4:3)</PresentationFormat>
  <Paragraphs>12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Malgun Gothic</vt:lpstr>
      <vt:lpstr>Arial</vt:lpstr>
      <vt:lpstr>Calibri</vt:lpstr>
      <vt:lpstr>1_Office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Office 사용자</dc:creator>
  <cp:lastModifiedBy>KK</cp:lastModifiedBy>
  <cp:revision>3512</cp:revision>
  <cp:lastPrinted>2025-10-16T15:47:28Z</cp:lastPrinted>
  <dcterms:created xsi:type="dcterms:W3CDTF">2017-08-28T02:36:56Z</dcterms:created>
  <dcterms:modified xsi:type="dcterms:W3CDTF">2025-11-11T04:32:15Z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5C58129F-E5B8-477A-9B38-B3E54BFA04C8}" pid="2">
    <vt:lpwstr>88E2CA7DA740E51D625C323DD66B4F4206A6C78A74461D15BF48BA2B48BF78F3</vt:lpwstr>
  </property>
  <property fmtid="{D5CDD505-2E9C-101B-9397-08002B2CF9AE}" pid="2" name="NSCPROP">
    <vt:lpwstr>NSCCustomProperty</vt:lpwstr>
  </property>
  <property fmtid="{D5CDD505-2E9C-101B-9397-08002B2CF9AE}" pid="3" name="ContentTypeId">
    <vt:lpwstr>0x010100EE7FC1D07832764183E230CF748316B6</vt:lpwstr>
  </property>
  <property fmtid="{D5CDD505-2E9C-101B-9397-08002B2CF9AE}" pid="4" name="NSCPROP_SA">
    <vt:lpwstr>http://teamdocs.mosaic.sec.samsung.net/sites/COMTY_4026902/MENU_4026902_4026907/Shared%20Documents/팀관리/180411%20팀%20간담회/DI팀_간담회_180409v01.pptx</vt:lpwstr>
  </property>
</Properties>
</file>