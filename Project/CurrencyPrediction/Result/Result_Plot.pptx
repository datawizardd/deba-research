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96" d="100"/>
          <a:sy n="96" d="100"/>
        </p:scale>
        <p:origin x="294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D63558-0B3F-ED2E-1612-94877815C5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E99BCF4-8FE7-3507-5B7E-8C1AE73918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5CE4A93-1203-2BEF-55EF-02C072607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BF353C-3DD2-44DF-A8C3-FEAEBCE71137}" type="datetimeFigureOut">
              <a:rPr lang="ko-KR" altLang="en-US" smtClean="0"/>
              <a:t>2026-02-03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75AD7A-4985-193C-B998-3A24D3C38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737BB7-5983-99C5-4A67-D8DA9E03D2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46A3F9-6EFF-454B-A9B5-6397622D7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62164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AA38E7-771C-39FC-768A-6234CF639F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ED697F5-D340-BEEE-A314-224CFA980B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1787E76-A1BE-3F00-AE19-DB6AB4AA70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BF353C-3DD2-44DF-A8C3-FEAEBCE71137}" type="datetimeFigureOut">
              <a:rPr lang="ko-KR" altLang="en-US" smtClean="0"/>
              <a:t>2026-02-03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4FBA11-40AD-7936-FDB0-49DD82A16C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14EEC5-6650-F784-17FF-856365065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46A3F9-6EFF-454B-A9B5-6397622D7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84131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EB5DC5-D2FE-DDBE-D71E-54FB9F3EE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3075B54-CE9E-399D-55ED-C3F0949D9F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A0C2BCF-1F4F-3010-7F1C-4EE1862F39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BF353C-3DD2-44DF-A8C3-FEAEBCE71137}" type="datetimeFigureOut">
              <a:rPr lang="ko-KR" altLang="en-US" smtClean="0"/>
              <a:t>2026-02-03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2DB87E8-4BC8-F6F4-B1D9-9BC9A26E4E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FDAEA03-3B69-3C64-0ED1-F47D1B670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46A3F9-6EFF-454B-A9B5-6397622D7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20066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13C76A-62CB-BA8A-66C6-17D41CBF63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905AD0D-9485-7EB3-9826-01F8190669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E53B9D5-2A86-EA3B-2719-8D8513C2B6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C704185-CDCF-FE81-6105-14E4E6BD34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BF353C-3DD2-44DF-A8C3-FEAEBCE71137}" type="datetimeFigureOut">
              <a:rPr lang="ko-KR" altLang="en-US" smtClean="0"/>
              <a:t>2026-02-03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50DE663-8609-347B-AB8F-69FE72794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A28127E-1166-1EB7-9C59-C863FD431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46A3F9-6EFF-454B-A9B5-6397622D7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9279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57E318-7EC2-BC18-B7A6-B2A19BD703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784AF0B-380B-4FF6-8983-E6F9C84990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8FA8C15-541B-F659-F539-1E573B9720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7359D71-3A86-F112-7E7F-21B6A36774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87DABF8-95B3-7422-D6F0-C1BE728FA5F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432508B-6C9F-CE34-240D-4D27BB61B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BF353C-3DD2-44DF-A8C3-FEAEBCE71137}" type="datetimeFigureOut">
              <a:rPr lang="ko-KR" altLang="en-US" smtClean="0"/>
              <a:t>2026-02-03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4B5EC19-EBB6-B8F4-DDD0-01B580086D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BFE3784-7842-8F7C-9B68-65AFF573B3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46A3F9-6EFF-454B-A9B5-6397622D7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61115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44673E-7911-0551-089B-64AC2964B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67DCACB-40E3-CA3E-8737-9ABDCF5E72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BF353C-3DD2-44DF-A8C3-FEAEBCE71137}" type="datetimeFigureOut">
              <a:rPr lang="ko-KR" altLang="en-US" smtClean="0"/>
              <a:t>2026-02-03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4EDC851-D0F7-196A-5753-6F358A93CF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B8910B6-A04A-3C07-57EA-BBA659279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46A3F9-6EFF-454B-A9B5-6397622D7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0126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AA173C83-8742-2DD4-D688-968D6B7CAF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BF353C-3DD2-44DF-A8C3-FEAEBCE71137}" type="datetimeFigureOut">
              <a:rPr lang="ko-KR" altLang="en-US" smtClean="0"/>
              <a:t>2026-02-03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42E9D54-0935-2834-8B4D-6FF4AA270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472872-CA31-8129-541C-B8AD10664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46A3F9-6EFF-454B-A9B5-6397622D7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07277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9BABF7-6654-612F-9020-7E71ACCE6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57D4AF5-4BE1-DABF-4C70-E705BB1AB7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690B881-EF6E-9B61-B2F0-BFE9330317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709F627-A9BD-5E67-D869-C7E7AB9019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BF353C-3DD2-44DF-A8C3-FEAEBCE71137}" type="datetimeFigureOut">
              <a:rPr lang="ko-KR" altLang="en-US" smtClean="0"/>
              <a:t>2026-02-03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7B45A85-4D21-B9AC-E693-7F066BE614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600DFC9-848D-AED1-44E6-5FE49650A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46A3F9-6EFF-454B-A9B5-6397622D7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21373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48B120-EEA1-454F-4A8C-CC52D7A0C4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3B07920-3AA3-B194-E570-8D3FD10D7E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EFB3D5-3B83-32AE-A5D6-4DBC353031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6339EC-CC01-DB2B-64EE-D76D15B3DF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BF353C-3DD2-44DF-A8C3-FEAEBCE71137}" type="datetimeFigureOut">
              <a:rPr lang="ko-KR" altLang="en-US" smtClean="0"/>
              <a:t>2026-02-03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C19CA5B-0393-A725-8B45-BCC576AA20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9D0EE39-4552-783F-0603-B573BA30E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46A3F9-6EFF-454B-A9B5-6397622D7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45711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EE43EE-76CB-2FA2-540D-723ADB898E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4F94C26-9ABB-4EBC-3CEA-4DB1EC8146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F719E16-4DD3-2BA7-4CDB-581F941CA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BF353C-3DD2-44DF-A8C3-FEAEBCE71137}" type="datetimeFigureOut">
              <a:rPr lang="ko-KR" altLang="en-US" smtClean="0"/>
              <a:t>2026-02-03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20517B8-A538-2153-4EC0-8DA21200A3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F63D7E8-35D2-D235-DB98-691046AB4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46A3F9-6EFF-454B-A9B5-6397622D7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2247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B40CBE1-B232-75A4-9E71-534B7A6B6B4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AEDCC75-48F7-473E-C542-9529A6B934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B618E13-C621-F3EC-AAC3-99C21A4D79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BF353C-3DD2-44DF-A8C3-FEAEBCE71137}" type="datetimeFigureOut">
              <a:rPr lang="ko-KR" altLang="en-US" smtClean="0"/>
              <a:t>2026-02-03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040A958-A070-B0AA-B1ED-32E59D444D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91A1282-67BE-2CE4-5A71-AE6C33863E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46A3F9-6EFF-454B-A9B5-6397622D7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71067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CD1B161-AD2C-E2E5-4183-34709207D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2B602B7-646C-D8D3-407F-4EECC58011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F564B3B-4FA0-B20C-F1ED-D40149F184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3BF353C-3DD2-44DF-A8C3-FEAEBCE71137}" type="datetimeFigureOut">
              <a:rPr lang="ko-KR" altLang="en-US" smtClean="0"/>
              <a:t>2026-02-03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A880F2A-EAAF-E57A-FFE0-C43C2F9CAB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63D1271-746C-D918-CCF0-2D59C40A19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46A3F9-6EFF-454B-A9B5-6397622D7F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07798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도표, 원, 스케치, 그림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F2401F4-46CB-AB50-D410-D1C7A5A947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123" y="0"/>
            <a:ext cx="10463753" cy="6858000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D2603F3E-53C8-CF12-67D2-1BBCC00A8742}"/>
              </a:ext>
            </a:extLst>
          </p:cNvPr>
          <p:cNvSpPr/>
          <p:nvPr/>
        </p:nvSpPr>
        <p:spPr>
          <a:xfrm>
            <a:off x="7231372" y="2674720"/>
            <a:ext cx="4152304" cy="245721"/>
          </a:xfrm>
          <a:prstGeom prst="rect">
            <a:avLst/>
          </a:prstGeom>
          <a:noFill/>
          <a:ln w="381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72788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9E70C4-EB4F-0B51-8CD8-FA71C7B95E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도표, 원, 스케치, 그림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604CC18-AD0D-B82F-2141-A749EA9B0F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452" y="0"/>
            <a:ext cx="10725095" cy="6858000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CE144096-F184-9D65-2A92-C538F27A72E7}"/>
              </a:ext>
            </a:extLst>
          </p:cNvPr>
          <p:cNvSpPr/>
          <p:nvPr/>
        </p:nvSpPr>
        <p:spPr>
          <a:xfrm>
            <a:off x="7231372" y="3652182"/>
            <a:ext cx="4152304" cy="245721"/>
          </a:xfrm>
          <a:prstGeom prst="rect">
            <a:avLst/>
          </a:prstGeom>
          <a:noFill/>
          <a:ln w="381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13FA795-D481-DB4F-F169-AB7C51E0642E}"/>
              </a:ext>
            </a:extLst>
          </p:cNvPr>
          <p:cNvSpPr/>
          <p:nvPr/>
        </p:nvSpPr>
        <p:spPr>
          <a:xfrm>
            <a:off x="7231372" y="3139804"/>
            <a:ext cx="4152304" cy="245721"/>
          </a:xfrm>
          <a:prstGeom prst="rect">
            <a:avLst/>
          </a:prstGeom>
          <a:noFill/>
          <a:ln w="381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CF0D11C-7390-6ED8-B75A-69A46FF83C96}"/>
              </a:ext>
            </a:extLst>
          </p:cNvPr>
          <p:cNvSpPr/>
          <p:nvPr/>
        </p:nvSpPr>
        <p:spPr>
          <a:xfrm>
            <a:off x="7231372" y="2406707"/>
            <a:ext cx="4152304" cy="245721"/>
          </a:xfrm>
          <a:prstGeom prst="rect">
            <a:avLst/>
          </a:prstGeom>
          <a:noFill/>
          <a:ln w="381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24730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72CE7-A395-65B3-C615-AEB2C3203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도표, 원, 텍스트, 스케치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794E9AD-17AA-03E5-4130-6A2DE75311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950" y="0"/>
            <a:ext cx="10492099" cy="6858000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1C9A80DC-7DF9-4C7A-09E5-7C88C9349EC4}"/>
              </a:ext>
            </a:extLst>
          </p:cNvPr>
          <p:cNvSpPr/>
          <p:nvPr/>
        </p:nvSpPr>
        <p:spPr>
          <a:xfrm>
            <a:off x="7231372" y="2666846"/>
            <a:ext cx="4152304" cy="245721"/>
          </a:xfrm>
          <a:prstGeom prst="rect">
            <a:avLst/>
          </a:prstGeom>
          <a:noFill/>
          <a:ln w="381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83956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71A379-E8B6-A6E1-19E0-022AFFA1E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도표, 원, 스케치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C85CF81-37A4-8DFE-7EAB-760932F807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332" y="0"/>
            <a:ext cx="10755335" cy="6858000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333D647D-32DF-C6BA-2036-254CF8C49463}"/>
              </a:ext>
            </a:extLst>
          </p:cNvPr>
          <p:cNvSpPr/>
          <p:nvPr/>
        </p:nvSpPr>
        <p:spPr>
          <a:xfrm>
            <a:off x="7231372" y="2406710"/>
            <a:ext cx="4152304" cy="245721"/>
          </a:xfrm>
          <a:prstGeom prst="rect">
            <a:avLst/>
          </a:prstGeom>
          <a:noFill/>
          <a:ln w="381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50864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B54F75-A1AA-BAF7-8D1A-891B57B59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도표, 원, 디자인, 종이접기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FF81AC1-C6C8-6FBD-7CB6-F99472EDB5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280" y="0"/>
            <a:ext cx="10669440" cy="6858000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8544DD11-1F73-1C04-1821-DE94AEDD1F65}"/>
              </a:ext>
            </a:extLst>
          </p:cNvPr>
          <p:cNvSpPr/>
          <p:nvPr/>
        </p:nvSpPr>
        <p:spPr>
          <a:xfrm>
            <a:off x="7231372" y="2414593"/>
            <a:ext cx="4152304" cy="245721"/>
          </a:xfrm>
          <a:prstGeom prst="rect">
            <a:avLst/>
          </a:prstGeom>
          <a:noFill/>
          <a:ln w="381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31596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1CEB8D-739F-DE13-B445-E177D24E8F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도표, 스케치, 디자인, 종이접기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82F389B-DE00-4C0F-3D9C-D4195C1916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050" y="0"/>
            <a:ext cx="10381899" cy="6858000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A791BBAE-18E2-F51D-A93B-B7DB67C60525}"/>
              </a:ext>
            </a:extLst>
          </p:cNvPr>
          <p:cNvSpPr/>
          <p:nvPr/>
        </p:nvSpPr>
        <p:spPr>
          <a:xfrm>
            <a:off x="7231372" y="2414593"/>
            <a:ext cx="4152304" cy="245721"/>
          </a:xfrm>
          <a:prstGeom prst="rect">
            <a:avLst/>
          </a:prstGeom>
          <a:noFill/>
          <a:ln w="381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29307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0</Words>
  <Application>Microsoft Office PowerPoint</Application>
  <PresentationFormat>와이드스크린</PresentationFormat>
  <Paragraphs>0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9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KK</dc:creator>
  <cp:lastModifiedBy>Kyungwon Kim</cp:lastModifiedBy>
  <cp:revision>24</cp:revision>
  <dcterms:created xsi:type="dcterms:W3CDTF">2025-11-03T06:56:35Z</dcterms:created>
  <dcterms:modified xsi:type="dcterms:W3CDTF">2026-02-03T00:57:58Z</dcterms:modified>
</cp:coreProperties>
</file>