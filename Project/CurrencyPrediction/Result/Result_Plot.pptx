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3" r:id="rId4"/>
    <p:sldId id="266" r:id="rId5"/>
    <p:sldId id="264" r:id="rId6"/>
    <p:sldId id="267" r:id="rId7"/>
    <p:sldId id="259" r:id="rId8"/>
    <p:sldId id="268" r:id="rId9"/>
    <p:sldId id="260" r:id="rId10"/>
    <p:sldId id="269" r:id="rId11"/>
    <p:sldId id="261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63558-0B3F-ED2E-1612-94877815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99BCF4-8FE7-3507-5B7E-8C1AE7391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E4A93-1203-2BEF-55EF-02C07260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5AD7A-4985-193C-B998-3A24D3C3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737BB7-5983-99C5-4A67-D8DA9E03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21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A38E7-771C-39FC-768A-6234CF63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D697F5-D340-BEEE-A314-224CFA980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87E76-A1BE-3F00-AE19-DB6AB4AA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4FBA11-40AD-7936-FDB0-49DD82A1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4EEC5-6650-F784-17FF-85636506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41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B5DC5-D2FE-DDBE-D71E-54FB9F3E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75B54-CE9E-399D-55ED-C3F0949D9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0C2BCF-1F4F-3010-7F1C-4EE1862F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DB87E8-4BC8-F6F4-B1D9-9BC9A26E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DAEA03-3B69-3C64-0ED1-F47D1B67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00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3C76A-62CB-BA8A-66C6-17D41CBF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05AD0D-9485-7EB3-9826-01F819066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53B9D5-2A86-EA3B-2719-8D8513C2B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704185-CDCF-FE81-6105-14E4E6BD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0DE663-8609-347B-AB8F-69FE7279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8127E-1166-1EB7-9C59-C863FD43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27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7E318-7EC2-BC18-B7A6-B2A19BD7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4AF0B-380B-4FF6-8983-E6F9C8499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FA8C15-541B-F659-F539-1E573B972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359D71-3A86-F112-7E7F-21B6A3677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7DABF8-95B3-7422-D6F0-C1BE728FA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32508B-6C9F-CE34-240D-4D27BB61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5EC19-EBB6-B8F4-DDD0-01B58008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FE3784-7842-8F7C-9B68-65AFF573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1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4673E-7911-0551-089B-64AC2964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7DCACB-40E3-CA3E-8737-9ABDCF5E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EDC851-D0F7-196A-5753-6F358A9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8910B6-A04A-3C07-57EA-BBA65927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173C83-8742-2DD4-D688-968D6B7C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2E9D54-0935-2834-8B4D-6FF4AA27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72872-CA31-8129-541C-B8AD1066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72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ABF7-6654-612F-9020-7E71ACCE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7D4AF5-4BE1-DABF-4C70-E705BB1A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90B881-EF6E-9B61-B2F0-BFE933031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09F627-A9BD-5E67-D869-C7E7AB90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B45A85-4D21-B9AC-E693-7F066BE6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0DFC9-848D-AED1-44E6-5FE49650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13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8B120-EEA1-454F-4A8C-CC52D7A0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B07920-3AA3-B194-E570-8D3FD10D7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FB3D5-3B83-32AE-A5D6-4DBC35303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6339EC-CC01-DB2B-64EE-D76D15B3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19CA5B-0393-A725-8B45-BCC576AA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0EE39-4552-783F-0603-B573BA30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57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E43EE-76CB-2FA2-540D-723ADB89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F94C26-9ABB-4EBC-3CEA-4DB1EC81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19E16-4DD3-2BA7-4CDB-581F941C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517B8-A538-2153-4EC0-8DA21200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63D7E8-35D2-D235-DB98-691046AB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24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40CBE1-B232-75A4-9E71-534B7A6B6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EDCC75-48F7-473E-C542-9529A6B93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18E13-C621-F3EC-AAC3-99C21A4D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0A958-A070-B0AA-B1ED-32E59D44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A1282-67BE-2CE4-5A71-AE6C3386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10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D1B161-AD2C-E2E5-4183-34709207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B602B7-646C-D8D3-407F-4EECC5801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64B3B-4FA0-B20C-F1ED-D40149F18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F353C-3DD2-44DF-A8C3-FEAEBCE7113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80F2A-EAAF-E57A-FFE0-C43C2F9CA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D1271-746C-D918-CCF0-2D59C40A1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6A3F9-6EFF-454B-A9B5-6397622D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77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A451-F0A2-35F6-77C6-2A6DCF4E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2139BD-EED9-E3E0-0589-29A6A9A4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123" y="97913"/>
            <a:ext cx="10463753" cy="66621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A07354C-60FF-DB8B-FE91-49C00F5AD4A8}"/>
              </a:ext>
            </a:extLst>
          </p:cNvPr>
          <p:cNvSpPr/>
          <p:nvPr/>
        </p:nvSpPr>
        <p:spPr>
          <a:xfrm>
            <a:off x="7181672" y="2704540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0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442A-9E70-D862-1E27-7D1B4175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FDD9E7-00E1-9634-0A6D-5DF16EAD5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123" y="1107179"/>
            <a:ext cx="10463753" cy="46436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11A23B5-CEE7-BEE1-B5B1-BB78603F1052}"/>
              </a:ext>
            </a:extLst>
          </p:cNvPr>
          <p:cNvSpPr/>
          <p:nvPr/>
        </p:nvSpPr>
        <p:spPr>
          <a:xfrm>
            <a:off x="5377719" y="2277157"/>
            <a:ext cx="5858467" cy="321924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78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79692-C548-D16E-97DF-BFBA95DB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4406E3-CF5E-267A-758B-4B2ADC3EA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452" y="57513"/>
            <a:ext cx="10725095" cy="674297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3EBF2C5-5FF1-D510-C484-693CD9066511}"/>
              </a:ext>
            </a:extLst>
          </p:cNvPr>
          <p:cNvSpPr/>
          <p:nvPr/>
        </p:nvSpPr>
        <p:spPr>
          <a:xfrm>
            <a:off x="7131972" y="2951469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1EE93E-8493-CB7F-6569-6C44AB767942}"/>
              </a:ext>
            </a:extLst>
          </p:cNvPr>
          <p:cNvSpPr/>
          <p:nvPr/>
        </p:nvSpPr>
        <p:spPr>
          <a:xfrm>
            <a:off x="7131972" y="3184534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6E3453-56BB-FB3E-557E-68CC3BBA4902}"/>
              </a:ext>
            </a:extLst>
          </p:cNvPr>
          <p:cNvSpPr/>
          <p:nvPr/>
        </p:nvSpPr>
        <p:spPr>
          <a:xfrm>
            <a:off x="7131972" y="2436527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80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B895-3327-21A5-8186-0268457C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751DC2-5570-C14D-FE3B-327D5E5FD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452" y="1142666"/>
            <a:ext cx="10725095" cy="45726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1EB1D8-805E-1206-449F-EE4F7948D875}"/>
              </a:ext>
            </a:extLst>
          </p:cNvPr>
          <p:cNvSpPr/>
          <p:nvPr/>
        </p:nvSpPr>
        <p:spPr>
          <a:xfrm>
            <a:off x="5273354" y="1924207"/>
            <a:ext cx="6010921" cy="376702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041172-28C1-D9D3-AD07-F34FE31BB602}"/>
              </a:ext>
            </a:extLst>
          </p:cNvPr>
          <p:cNvSpPr/>
          <p:nvPr/>
        </p:nvSpPr>
        <p:spPr>
          <a:xfrm>
            <a:off x="5273354" y="2972785"/>
            <a:ext cx="6010921" cy="376702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50B6C5-DB63-AFCB-2D38-731D124CCAF6}"/>
              </a:ext>
            </a:extLst>
          </p:cNvPr>
          <p:cNvSpPr/>
          <p:nvPr/>
        </p:nvSpPr>
        <p:spPr>
          <a:xfrm>
            <a:off x="5273354" y="2602038"/>
            <a:ext cx="6010921" cy="376702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77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99A1-6D03-64D8-1043-135702AD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0D7FFC-68E8-8DEB-EA2F-B428320FB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950" y="44964"/>
            <a:ext cx="10492099" cy="67680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9C2767-3173-5035-701B-ABBB481C9A64}"/>
              </a:ext>
            </a:extLst>
          </p:cNvPr>
          <p:cNvSpPr/>
          <p:nvPr/>
        </p:nvSpPr>
        <p:spPr>
          <a:xfrm>
            <a:off x="7231372" y="2925266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19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2D55-246A-57C7-0D95-8EE04729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6D5535-125C-DF47-6A5B-17F784098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950" y="1084362"/>
            <a:ext cx="10492099" cy="46892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F5F9AFE-D901-1B31-7580-72097C5D8EB5}"/>
              </a:ext>
            </a:extLst>
          </p:cNvPr>
          <p:cNvSpPr/>
          <p:nvPr/>
        </p:nvSpPr>
        <p:spPr>
          <a:xfrm>
            <a:off x="5437359" y="2622121"/>
            <a:ext cx="5778950" cy="35961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18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A379-E8B6-A6E1-19E0-022AFFA1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85CF81-37A4-8DFE-7EAB-760932F80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332" y="12752"/>
            <a:ext cx="10755335" cy="683249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33D647D-32DF-C6BA-2036-254CF8C49463}"/>
              </a:ext>
            </a:extLst>
          </p:cNvPr>
          <p:cNvSpPr/>
          <p:nvPr/>
        </p:nvSpPr>
        <p:spPr>
          <a:xfrm>
            <a:off x="7181672" y="2436530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08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CEB3-0238-9EC4-4C20-EB67EA11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D2FCABE-11FE-E6AC-DF0D-DDC77EAAD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332" y="1080960"/>
            <a:ext cx="10755335" cy="469607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5181691-C653-F54C-9259-8AF933E8BB7F}"/>
              </a:ext>
            </a:extLst>
          </p:cNvPr>
          <p:cNvSpPr/>
          <p:nvPr/>
        </p:nvSpPr>
        <p:spPr>
          <a:xfrm>
            <a:off x="5253479" y="1889876"/>
            <a:ext cx="6022463" cy="39612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2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4F75-A1AA-BAF7-8D1A-891B57B59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F81AC1-C6C8-6FBD-7CB6-F99472ED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020" y="0"/>
            <a:ext cx="10393959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544DD11-1F73-1C04-1821-DE94AEDD1F65}"/>
              </a:ext>
            </a:extLst>
          </p:cNvPr>
          <p:cNvSpPr/>
          <p:nvPr/>
        </p:nvSpPr>
        <p:spPr>
          <a:xfrm>
            <a:off x="7380472" y="2414593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1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0AF7-53AF-9423-891A-A28C4B3D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2FFC6E-0CA5-0632-3728-B49A52D86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020" y="1045732"/>
            <a:ext cx="10393959" cy="47665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17E6865-3B9D-819C-5EDE-6E9371F1E228}"/>
              </a:ext>
            </a:extLst>
          </p:cNvPr>
          <p:cNvSpPr/>
          <p:nvPr/>
        </p:nvSpPr>
        <p:spPr>
          <a:xfrm>
            <a:off x="5571550" y="1867939"/>
            <a:ext cx="5381372" cy="40315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5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EB8D-739F-DE13-B445-E177D24E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2F389B-DE00-4C0F-3D9C-D4195C191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050" y="76055"/>
            <a:ext cx="10381899" cy="670589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791BBAE-18E2-F51D-A93B-B7DB67C60525}"/>
              </a:ext>
            </a:extLst>
          </p:cNvPr>
          <p:cNvSpPr/>
          <p:nvPr/>
        </p:nvSpPr>
        <p:spPr>
          <a:xfrm>
            <a:off x="7256222" y="2434473"/>
            <a:ext cx="4152304" cy="24572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930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F478-F332-F599-CB6F-19882056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35E969-8191-0539-803B-827550F0D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050" y="1160814"/>
            <a:ext cx="10381899" cy="453637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81E2771-0A77-2757-83B6-481ADBADBCDC}"/>
              </a:ext>
            </a:extLst>
          </p:cNvPr>
          <p:cNvSpPr/>
          <p:nvPr/>
        </p:nvSpPr>
        <p:spPr>
          <a:xfrm>
            <a:off x="5422452" y="1927576"/>
            <a:ext cx="3711609" cy="39321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78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와이드스크린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</dc:creator>
  <cp:lastModifiedBy>Kyungwon Kim</cp:lastModifiedBy>
  <cp:revision>39</cp:revision>
  <dcterms:created xsi:type="dcterms:W3CDTF">2025-11-03T06:56:35Z</dcterms:created>
  <dcterms:modified xsi:type="dcterms:W3CDTF">2026-03-11T05:24:00Z</dcterms:modified>
</cp:coreProperties>
</file>